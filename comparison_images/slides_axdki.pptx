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61" r:id="rId5"/>
    <p:sldId id="262" r:id="rId6"/>
    <p:sldId id="263" r:id="rId7"/>
    <p:sldId id="265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04CC2-197B-4CA6-BBAD-E6724CF0FBC0}" v="41" dt="2026-03-29T21:03:39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íctor Issa García" userId="8e09f2137b4f6074" providerId="LiveId" clId="{3CAB8FB7-30D4-4B0A-B34F-79343C8F4340}"/>
    <pc:docChg chg="undo custSel addSld delSld modSld sldOrd">
      <pc:chgData name="Víctor Issa García" userId="8e09f2137b4f6074" providerId="LiveId" clId="{3CAB8FB7-30D4-4B0A-B34F-79343C8F4340}" dt="2026-03-29T21:03:39.861" v="189"/>
      <pc:docMkLst>
        <pc:docMk/>
      </pc:docMkLst>
      <pc:sldChg chg="addSp delSp modSp add mod">
        <pc:chgData name="Víctor Issa García" userId="8e09f2137b4f6074" providerId="LiveId" clId="{3CAB8FB7-30D4-4B0A-B34F-79343C8F4340}" dt="2026-03-29T20:05:21.143" v="33" actId="20577"/>
        <pc:sldMkLst>
          <pc:docMk/>
          <pc:sldMk cId="1239087203" sldId="261"/>
        </pc:sldMkLst>
        <pc:spChg chg="mod">
          <ac:chgData name="Víctor Issa García" userId="8e09f2137b4f6074" providerId="LiveId" clId="{3CAB8FB7-30D4-4B0A-B34F-79343C8F4340}" dt="2026-03-29T20:05:21.143" v="33" actId="20577"/>
          <ac:spMkLst>
            <pc:docMk/>
            <pc:sldMk cId="1239087203" sldId="261"/>
            <ac:spMk id="2" creationId="{C7775DA1-14E4-D968-00EF-5825CBC2A5BA}"/>
          </ac:spMkLst>
        </pc:spChg>
        <pc:spChg chg="add del mod">
          <ac:chgData name="Víctor Issa García" userId="8e09f2137b4f6074" providerId="LiveId" clId="{3CAB8FB7-30D4-4B0A-B34F-79343C8F4340}" dt="2026-03-29T20:04:28.032" v="14"/>
          <ac:spMkLst>
            <pc:docMk/>
            <pc:sldMk cId="1239087203" sldId="261"/>
            <ac:spMk id="6" creationId="{32E6775A-F59A-6E2B-3353-63AC5E75AC61}"/>
          </ac:spMkLst>
        </pc:spChg>
        <pc:spChg chg="add del mod">
          <ac:chgData name="Víctor Issa García" userId="8e09f2137b4f6074" providerId="LiveId" clId="{3CAB8FB7-30D4-4B0A-B34F-79343C8F4340}" dt="2026-03-29T20:04:51.257" v="21"/>
          <ac:spMkLst>
            <pc:docMk/>
            <pc:sldMk cId="1239087203" sldId="261"/>
            <ac:spMk id="14" creationId="{B1D6C796-B59D-DC76-DDD7-41DC07733031}"/>
          </ac:spMkLst>
        </pc:spChg>
        <pc:spChg chg="add mod">
          <ac:chgData name="Víctor Issa García" userId="8e09f2137b4f6074" providerId="LiveId" clId="{3CAB8FB7-30D4-4B0A-B34F-79343C8F4340}" dt="2026-03-29T20:04:59.110" v="24" actId="21"/>
          <ac:spMkLst>
            <pc:docMk/>
            <pc:sldMk cId="1239087203" sldId="261"/>
            <ac:spMk id="20" creationId="{A98F2A2D-A609-A096-7A48-7065339FC36D}"/>
          </ac:spMkLst>
        </pc:spChg>
        <pc:spChg chg="del">
          <ac:chgData name="Víctor Issa García" userId="8e09f2137b4f6074" providerId="LiveId" clId="{3CAB8FB7-30D4-4B0A-B34F-79343C8F4340}" dt="2026-03-29T20:03:40.511" v="4"/>
          <ac:spMkLst>
            <pc:docMk/>
            <pc:sldMk cId="1239087203" sldId="261"/>
            <ac:spMk id="21" creationId="{C99C91C3-F7E8-9E71-907F-AE00EE581A5C}"/>
          </ac:spMkLst>
        </pc:spChg>
        <pc:picChg chg="add del mod ord">
          <ac:chgData name="Víctor Issa García" userId="8e09f2137b4f6074" providerId="LiveId" clId="{3CAB8FB7-30D4-4B0A-B34F-79343C8F4340}" dt="2026-03-29T20:03:55.169" v="6" actId="21"/>
          <ac:picMkLst>
            <pc:docMk/>
            <pc:sldMk cId="1239087203" sldId="261"/>
            <ac:picMk id="4" creationId="{FB0E9774-859D-FB0E-431C-5FB17BA165ED}"/>
          </ac:picMkLst>
        </pc:picChg>
        <pc:picChg chg="add del mod">
          <ac:chgData name="Víctor Issa García" userId="8e09f2137b4f6074" providerId="LiveId" clId="{3CAB8FB7-30D4-4B0A-B34F-79343C8F4340}" dt="2026-03-29T20:04:00.851" v="8" actId="21"/>
          <ac:picMkLst>
            <pc:docMk/>
            <pc:sldMk cId="1239087203" sldId="261"/>
            <ac:picMk id="7" creationId="{FB0E9774-859D-FB0E-431C-5FB17BA165ED}"/>
          </ac:picMkLst>
        </pc:picChg>
        <pc:picChg chg="add mod">
          <ac:chgData name="Víctor Issa García" userId="8e09f2137b4f6074" providerId="LiveId" clId="{3CAB8FB7-30D4-4B0A-B34F-79343C8F4340}" dt="2026-03-29T20:04:03.209" v="10"/>
          <ac:picMkLst>
            <pc:docMk/>
            <pc:sldMk cId="1239087203" sldId="261"/>
            <ac:picMk id="8" creationId="{FB0E9774-859D-FB0E-431C-5FB17BA165ED}"/>
          </ac:picMkLst>
        </pc:picChg>
        <pc:picChg chg="add del mod">
          <ac:chgData name="Víctor Issa García" userId="8e09f2137b4f6074" providerId="LiveId" clId="{3CAB8FB7-30D4-4B0A-B34F-79343C8F4340}" dt="2026-03-29T20:04:23.714" v="12" actId="478"/>
          <ac:picMkLst>
            <pc:docMk/>
            <pc:sldMk cId="1239087203" sldId="261"/>
            <ac:picMk id="9" creationId="{502689B2-5685-077D-BC43-7BC9F6245833}"/>
          </ac:picMkLst>
        </pc:picChg>
        <pc:picChg chg="del">
          <ac:chgData name="Víctor Issa García" userId="8e09f2137b4f6074" providerId="LiveId" clId="{3CAB8FB7-30D4-4B0A-B34F-79343C8F4340}" dt="2026-03-29T20:04:02.639" v="9" actId="478"/>
          <ac:picMkLst>
            <pc:docMk/>
            <pc:sldMk cId="1239087203" sldId="261"/>
            <ac:picMk id="10" creationId="{C80654AB-B1C6-2367-37BB-0BACD7041BBD}"/>
          </ac:picMkLst>
        </pc:picChg>
        <pc:picChg chg="add del mod ord">
          <ac:chgData name="Víctor Issa García" userId="8e09f2137b4f6074" providerId="LiveId" clId="{3CAB8FB7-30D4-4B0A-B34F-79343C8F4340}" dt="2026-03-29T20:04:37.066" v="17" actId="21"/>
          <ac:picMkLst>
            <pc:docMk/>
            <pc:sldMk cId="1239087203" sldId="261"/>
            <ac:picMk id="12" creationId="{A4B686BB-1773-D117-B99E-38B62767B38B}"/>
          </ac:picMkLst>
        </pc:picChg>
        <pc:picChg chg="add mod">
          <ac:chgData name="Víctor Issa García" userId="8e09f2137b4f6074" providerId="LiveId" clId="{3CAB8FB7-30D4-4B0A-B34F-79343C8F4340}" dt="2026-03-29T20:04:40.080" v="19"/>
          <ac:picMkLst>
            <pc:docMk/>
            <pc:sldMk cId="1239087203" sldId="261"/>
            <ac:picMk id="15" creationId="{A4B686BB-1773-D117-B99E-38B62767B38B}"/>
          </ac:picMkLst>
        </pc:picChg>
        <pc:picChg chg="del">
          <ac:chgData name="Víctor Issa García" userId="8e09f2137b4f6074" providerId="LiveId" clId="{3CAB8FB7-30D4-4B0A-B34F-79343C8F4340}" dt="2026-03-29T20:04:39.652" v="18" actId="478"/>
          <ac:picMkLst>
            <pc:docMk/>
            <pc:sldMk cId="1239087203" sldId="261"/>
            <ac:picMk id="17" creationId="{2F17EB3C-D091-4171-BCA1-37EDFAF52F6D}"/>
          </ac:picMkLst>
        </pc:picChg>
        <pc:picChg chg="add del mod ord">
          <ac:chgData name="Víctor Issa García" userId="8e09f2137b4f6074" providerId="LiveId" clId="{3CAB8FB7-30D4-4B0A-B34F-79343C8F4340}" dt="2026-03-29T20:04:59.110" v="24" actId="21"/>
          <ac:picMkLst>
            <pc:docMk/>
            <pc:sldMk cId="1239087203" sldId="261"/>
            <ac:picMk id="18" creationId="{EDA555A2-CFAF-7A56-13FE-B8197D0B7C3D}"/>
          </ac:picMkLst>
        </pc:picChg>
        <pc:picChg chg="del">
          <ac:chgData name="Víctor Issa García" userId="8e09f2137b4f6074" providerId="LiveId" clId="{3CAB8FB7-30D4-4B0A-B34F-79343C8F4340}" dt="2026-03-29T20:05:01.573" v="25" actId="478"/>
          <ac:picMkLst>
            <pc:docMk/>
            <pc:sldMk cId="1239087203" sldId="261"/>
            <ac:picMk id="22" creationId="{190ADFD5-0D44-C2A7-282E-3D7EF9BFE7AA}"/>
          </ac:picMkLst>
        </pc:picChg>
        <pc:picChg chg="add mod">
          <ac:chgData name="Víctor Issa García" userId="8e09f2137b4f6074" providerId="LiveId" clId="{3CAB8FB7-30D4-4B0A-B34F-79343C8F4340}" dt="2026-03-29T20:05:02.174" v="26"/>
          <ac:picMkLst>
            <pc:docMk/>
            <pc:sldMk cId="1239087203" sldId="261"/>
            <ac:picMk id="23" creationId="{EDA555A2-CFAF-7A56-13FE-B8197D0B7C3D}"/>
          </ac:picMkLst>
        </pc:picChg>
      </pc:sldChg>
      <pc:sldChg chg="new del">
        <pc:chgData name="Víctor Issa García" userId="8e09f2137b4f6074" providerId="LiveId" clId="{3CAB8FB7-30D4-4B0A-B34F-79343C8F4340}" dt="2026-03-29T20:03:25.626" v="1" actId="47"/>
        <pc:sldMkLst>
          <pc:docMk/>
          <pc:sldMk cId="4181140843" sldId="261"/>
        </pc:sldMkLst>
      </pc:sldChg>
      <pc:sldChg chg="addSp delSp modSp add mod">
        <pc:chgData name="Víctor Issa García" userId="8e09f2137b4f6074" providerId="LiveId" clId="{3CAB8FB7-30D4-4B0A-B34F-79343C8F4340}" dt="2026-03-29T20:09:29.486" v="58"/>
        <pc:sldMkLst>
          <pc:docMk/>
          <pc:sldMk cId="375450457" sldId="262"/>
        </pc:sldMkLst>
        <pc:spChg chg="mod">
          <ac:chgData name="Víctor Issa García" userId="8e09f2137b4f6074" providerId="LiveId" clId="{3CAB8FB7-30D4-4B0A-B34F-79343C8F4340}" dt="2026-03-29T20:09:29.486" v="58"/>
          <ac:spMkLst>
            <pc:docMk/>
            <pc:sldMk cId="375450457" sldId="262"/>
            <ac:spMk id="2" creationId="{015AA0D8-1239-0F39-3750-CD5F2322F89F}"/>
          </ac:spMkLst>
        </pc:spChg>
        <pc:spChg chg="add del mod">
          <ac:chgData name="Víctor Issa García" userId="8e09f2137b4f6074" providerId="LiveId" clId="{3CAB8FB7-30D4-4B0A-B34F-79343C8F4340}" dt="2026-03-29T20:08:40.427" v="42"/>
          <ac:spMkLst>
            <pc:docMk/>
            <pc:sldMk cId="375450457" sldId="262"/>
            <ac:spMk id="6" creationId="{749A3A9D-ED63-955A-2D25-95C527B196A7}"/>
          </ac:spMkLst>
        </pc:spChg>
        <pc:spChg chg="add del mod">
          <ac:chgData name="Víctor Issa García" userId="8e09f2137b4f6074" providerId="LiveId" clId="{3CAB8FB7-30D4-4B0A-B34F-79343C8F4340}" dt="2026-03-29T20:08:58.087" v="50"/>
          <ac:spMkLst>
            <pc:docMk/>
            <pc:sldMk cId="375450457" sldId="262"/>
            <ac:spMk id="12" creationId="{328C861E-8EF2-5AAB-9FAD-5B47300C59D0}"/>
          </ac:spMkLst>
        </pc:spChg>
        <pc:spChg chg="add mod">
          <ac:chgData name="Víctor Issa García" userId="8e09f2137b4f6074" providerId="LiveId" clId="{3CAB8FB7-30D4-4B0A-B34F-79343C8F4340}" dt="2026-03-29T20:09:13.558" v="55" actId="21"/>
          <ac:spMkLst>
            <pc:docMk/>
            <pc:sldMk cId="375450457" sldId="262"/>
            <ac:spMk id="18" creationId="{4B8A20A8-0F04-0A1D-FACA-FD98A35C42DC}"/>
          </ac:spMkLst>
        </pc:spChg>
        <pc:spChg chg="del">
          <ac:chgData name="Víctor Issa García" userId="8e09f2137b4f6074" providerId="LiveId" clId="{3CAB8FB7-30D4-4B0A-B34F-79343C8F4340}" dt="2026-03-29T20:08:17.407" v="36"/>
          <ac:spMkLst>
            <pc:docMk/>
            <pc:sldMk cId="375450457" sldId="262"/>
            <ac:spMk id="20" creationId="{508075A3-12FA-30F1-818F-A543BE9FC886}"/>
          </ac:spMkLst>
        </pc:spChg>
        <pc:picChg chg="add del mod ord">
          <ac:chgData name="Víctor Issa García" userId="8e09f2137b4f6074" providerId="LiveId" clId="{3CAB8FB7-30D4-4B0A-B34F-79343C8F4340}" dt="2026-03-29T20:08:28.665" v="38" actId="21"/>
          <ac:picMkLst>
            <pc:docMk/>
            <pc:sldMk cId="375450457" sldId="262"/>
            <ac:picMk id="4" creationId="{D83C1841-D475-7944-9005-CFC66CED2F89}"/>
          </ac:picMkLst>
        </pc:picChg>
        <pc:picChg chg="add mod">
          <ac:chgData name="Víctor Issa García" userId="8e09f2137b4f6074" providerId="LiveId" clId="{3CAB8FB7-30D4-4B0A-B34F-79343C8F4340}" dt="2026-03-29T20:08:30.693" v="40"/>
          <ac:picMkLst>
            <pc:docMk/>
            <pc:sldMk cId="375450457" sldId="262"/>
            <ac:picMk id="7" creationId="{D83C1841-D475-7944-9005-CFC66CED2F89}"/>
          </ac:picMkLst>
        </pc:picChg>
        <pc:picChg chg="del">
          <ac:chgData name="Víctor Issa García" userId="8e09f2137b4f6074" providerId="LiveId" clId="{3CAB8FB7-30D4-4B0A-B34F-79343C8F4340}" dt="2026-03-29T20:08:30.293" v="39" actId="478"/>
          <ac:picMkLst>
            <pc:docMk/>
            <pc:sldMk cId="375450457" sldId="262"/>
            <ac:picMk id="8" creationId="{E9A88BBE-D0EE-1E96-9A98-B102B24156A2}"/>
          </ac:picMkLst>
        </pc:picChg>
        <pc:picChg chg="add del mod ord">
          <ac:chgData name="Víctor Issa García" userId="8e09f2137b4f6074" providerId="LiveId" clId="{3CAB8FB7-30D4-4B0A-B34F-79343C8F4340}" dt="2026-03-29T20:08:45.810" v="44" actId="21"/>
          <ac:picMkLst>
            <pc:docMk/>
            <pc:sldMk cId="375450457" sldId="262"/>
            <ac:picMk id="10" creationId="{7B317104-11C8-266F-59D4-528F21AC2822}"/>
          </ac:picMkLst>
        </pc:picChg>
        <pc:picChg chg="add mod">
          <ac:chgData name="Víctor Issa García" userId="8e09f2137b4f6074" providerId="LiveId" clId="{3CAB8FB7-30D4-4B0A-B34F-79343C8F4340}" dt="2026-03-29T20:08:49.538" v="46"/>
          <ac:picMkLst>
            <pc:docMk/>
            <pc:sldMk cId="375450457" sldId="262"/>
            <ac:picMk id="13" creationId="{7B317104-11C8-266F-59D4-528F21AC2822}"/>
          </ac:picMkLst>
        </pc:picChg>
        <pc:picChg chg="del">
          <ac:chgData name="Víctor Issa García" userId="8e09f2137b4f6074" providerId="LiveId" clId="{3CAB8FB7-30D4-4B0A-B34F-79343C8F4340}" dt="2026-03-29T20:08:49.170" v="45" actId="478"/>
          <ac:picMkLst>
            <pc:docMk/>
            <pc:sldMk cId="375450457" sldId="262"/>
            <ac:picMk id="15" creationId="{0B51CDCE-0759-E820-BC5A-874157E51F5D}"/>
          </ac:picMkLst>
        </pc:picChg>
        <pc:picChg chg="add del mod ord">
          <ac:chgData name="Víctor Issa García" userId="8e09f2137b4f6074" providerId="LiveId" clId="{3CAB8FB7-30D4-4B0A-B34F-79343C8F4340}" dt="2026-03-29T20:09:13.558" v="55" actId="21"/>
          <ac:picMkLst>
            <pc:docMk/>
            <pc:sldMk cId="375450457" sldId="262"/>
            <ac:picMk id="16" creationId="{DC2D13CE-2CFE-3BE6-6B4A-103DF55AD49B}"/>
          </ac:picMkLst>
        </pc:picChg>
        <pc:picChg chg="add mod">
          <ac:chgData name="Víctor Issa García" userId="8e09f2137b4f6074" providerId="LiveId" clId="{3CAB8FB7-30D4-4B0A-B34F-79343C8F4340}" dt="2026-03-29T20:09:16.186" v="57"/>
          <ac:picMkLst>
            <pc:docMk/>
            <pc:sldMk cId="375450457" sldId="262"/>
            <ac:picMk id="19" creationId="{DC2D13CE-2CFE-3BE6-6B4A-103DF55AD49B}"/>
          </ac:picMkLst>
        </pc:picChg>
        <pc:picChg chg="add del">
          <ac:chgData name="Víctor Issa García" userId="8e09f2137b4f6074" providerId="LiveId" clId="{3CAB8FB7-30D4-4B0A-B34F-79343C8F4340}" dt="2026-03-29T20:09:15.830" v="56" actId="478"/>
          <ac:picMkLst>
            <pc:docMk/>
            <pc:sldMk cId="375450457" sldId="262"/>
            <ac:picMk id="23" creationId="{155DF13A-1D54-F7A4-6327-4DB011697E7E}"/>
          </ac:picMkLst>
        </pc:picChg>
      </pc:sldChg>
      <pc:sldChg chg="addSp delSp modSp add mod">
        <pc:chgData name="Víctor Issa García" userId="8e09f2137b4f6074" providerId="LiveId" clId="{3CAB8FB7-30D4-4B0A-B34F-79343C8F4340}" dt="2026-03-29T20:47:07.623" v="82"/>
        <pc:sldMkLst>
          <pc:docMk/>
          <pc:sldMk cId="2445061312" sldId="263"/>
        </pc:sldMkLst>
        <pc:spChg chg="mod">
          <ac:chgData name="Víctor Issa García" userId="8e09f2137b4f6074" providerId="LiveId" clId="{3CAB8FB7-30D4-4B0A-B34F-79343C8F4340}" dt="2026-03-29T20:47:07.623" v="82"/>
          <ac:spMkLst>
            <pc:docMk/>
            <pc:sldMk cId="2445061312" sldId="263"/>
            <ac:spMk id="2" creationId="{80560BE5-29A0-A5AD-A1B7-C48F041449AB}"/>
          </ac:spMkLst>
        </pc:spChg>
        <pc:spChg chg="add del mod">
          <ac:chgData name="Víctor Issa García" userId="8e09f2137b4f6074" providerId="LiveId" clId="{3CAB8FB7-30D4-4B0A-B34F-79343C8F4340}" dt="2026-03-29T20:39:45.727" v="68"/>
          <ac:spMkLst>
            <pc:docMk/>
            <pc:sldMk cId="2445061312" sldId="263"/>
            <ac:spMk id="6" creationId="{47678887-71EF-C8CA-4B22-928591A4156D}"/>
          </ac:spMkLst>
        </pc:spChg>
        <pc:spChg chg="add del mod">
          <ac:chgData name="Víctor Issa García" userId="8e09f2137b4f6074" providerId="LiveId" clId="{3CAB8FB7-30D4-4B0A-B34F-79343C8F4340}" dt="2026-03-29T20:40:09.029" v="74"/>
          <ac:spMkLst>
            <pc:docMk/>
            <pc:sldMk cId="2445061312" sldId="263"/>
            <ac:spMk id="12" creationId="{1DB099CC-73A1-9B15-E188-E360F5EE378C}"/>
          </ac:spMkLst>
        </pc:spChg>
        <pc:spChg chg="del">
          <ac:chgData name="Víctor Issa García" userId="8e09f2137b4f6074" providerId="LiveId" clId="{3CAB8FB7-30D4-4B0A-B34F-79343C8F4340}" dt="2026-03-29T20:38:34.314" v="61"/>
          <ac:spMkLst>
            <pc:docMk/>
            <pc:sldMk cId="2445061312" sldId="263"/>
            <ac:spMk id="18" creationId="{2B03AD02-893F-1B74-475E-9AFE46E48F04}"/>
          </ac:spMkLst>
        </pc:spChg>
        <pc:spChg chg="add mod">
          <ac:chgData name="Víctor Issa García" userId="8e09f2137b4f6074" providerId="LiveId" clId="{3CAB8FB7-30D4-4B0A-B34F-79343C8F4340}" dt="2026-03-29T20:40:21.978" v="77" actId="21"/>
          <ac:spMkLst>
            <pc:docMk/>
            <pc:sldMk cId="2445061312" sldId="263"/>
            <ac:spMk id="20" creationId="{03910346-89CE-8041-F3F0-E44635138409}"/>
          </ac:spMkLst>
        </pc:spChg>
        <pc:picChg chg="add del mod ord">
          <ac:chgData name="Víctor Issa García" userId="8e09f2137b4f6074" providerId="LiveId" clId="{3CAB8FB7-30D4-4B0A-B34F-79343C8F4340}" dt="2026-03-29T20:38:46.716" v="64" actId="21"/>
          <ac:picMkLst>
            <pc:docMk/>
            <pc:sldMk cId="2445061312" sldId="263"/>
            <ac:picMk id="4" creationId="{CE9B855D-2208-0966-5CCB-299E7E078543}"/>
          </ac:picMkLst>
        </pc:picChg>
        <pc:picChg chg="del">
          <ac:chgData name="Víctor Issa García" userId="8e09f2137b4f6074" providerId="LiveId" clId="{3CAB8FB7-30D4-4B0A-B34F-79343C8F4340}" dt="2026-03-29T20:38:48.918" v="65" actId="478"/>
          <ac:picMkLst>
            <pc:docMk/>
            <pc:sldMk cId="2445061312" sldId="263"/>
            <ac:picMk id="7" creationId="{19EDCE1A-1BDF-9BD5-EA99-760EBC1EBF24}"/>
          </ac:picMkLst>
        </pc:picChg>
        <pc:picChg chg="add mod">
          <ac:chgData name="Víctor Issa García" userId="8e09f2137b4f6074" providerId="LiveId" clId="{3CAB8FB7-30D4-4B0A-B34F-79343C8F4340}" dt="2026-03-29T20:38:49.179" v="66"/>
          <ac:picMkLst>
            <pc:docMk/>
            <pc:sldMk cId="2445061312" sldId="263"/>
            <ac:picMk id="8" creationId="{CE9B855D-2208-0966-5CCB-299E7E078543}"/>
          </ac:picMkLst>
        </pc:picChg>
        <pc:picChg chg="add del mod ord">
          <ac:chgData name="Víctor Issa García" userId="8e09f2137b4f6074" providerId="LiveId" clId="{3CAB8FB7-30D4-4B0A-B34F-79343C8F4340}" dt="2026-03-29T20:39:50.032" v="70" actId="21"/>
          <ac:picMkLst>
            <pc:docMk/>
            <pc:sldMk cId="2445061312" sldId="263"/>
            <ac:picMk id="10" creationId="{57276ED6-B55A-B11A-A136-64FBFC979876}"/>
          </ac:picMkLst>
        </pc:picChg>
        <pc:picChg chg="del">
          <ac:chgData name="Víctor Issa García" userId="8e09f2137b4f6074" providerId="LiveId" clId="{3CAB8FB7-30D4-4B0A-B34F-79343C8F4340}" dt="2026-03-29T20:39:52.163" v="71" actId="478"/>
          <ac:picMkLst>
            <pc:docMk/>
            <pc:sldMk cId="2445061312" sldId="263"/>
            <ac:picMk id="13" creationId="{65C7677A-CD53-C6F5-0BA6-185D7DCCBAFD}"/>
          </ac:picMkLst>
        </pc:picChg>
        <pc:picChg chg="add mod">
          <ac:chgData name="Víctor Issa García" userId="8e09f2137b4f6074" providerId="LiveId" clId="{3CAB8FB7-30D4-4B0A-B34F-79343C8F4340}" dt="2026-03-29T20:39:52.419" v="72"/>
          <ac:picMkLst>
            <pc:docMk/>
            <pc:sldMk cId="2445061312" sldId="263"/>
            <ac:picMk id="14" creationId="{57276ED6-B55A-B11A-A136-64FBFC979876}"/>
          </ac:picMkLst>
        </pc:picChg>
        <pc:picChg chg="add del mod ord">
          <ac:chgData name="Víctor Issa García" userId="8e09f2137b4f6074" providerId="LiveId" clId="{3CAB8FB7-30D4-4B0A-B34F-79343C8F4340}" dt="2026-03-29T20:40:21.978" v="77" actId="21"/>
          <ac:picMkLst>
            <pc:docMk/>
            <pc:sldMk cId="2445061312" sldId="263"/>
            <ac:picMk id="16" creationId="{90D5D686-0FDB-FC23-28DA-FD4B85A3C7D9}"/>
          </ac:picMkLst>
        </pc:picChg>
        <pc:picChg chg="del">
          <ac:chgData name="Víctor Issa García" userId="8e09f2137b4f6074" providerId="LiveId" clId="{3CAB8FB7-30D4-4B0A-B34F-79343C8F4340}" dt="2026-03-29T20:40:24.472" v="78" actId="478"/>
          <ac:picMkLst>
            <pc:docMk/>
            <pc:sldMk cId="2445061312" sldId="263"/>
            <ac:picMk id="19" creationId="{FF9BBE38-2D86-5497-B061-3729EF01A1F6}"/>
          </ac:picMkLst>
        </pc:picChg>
        <pc:picChg chg="add mod">
          <ac:chgData name="Víctor Issa García" userId="8e09f2137b4f6074" providerId="LiveId" clId="{3CAB8FB7-30D4-4B0A-B34F-79343C8F4340}" dt="2026-03-29T20:40:24.821" v="79"/>
          <ac:picMkLst>
            <pc:docMk/>
            <pc:sldMk cId="2445061312" sldId="263"/>
            <ac:picMk id="21" creationId="{90D5D686-0FDB-FC23-28DA-FD4B85A3C7D9}"/>
          </ac:picMkLst>
        </pc:picChg>
      </pc:sldChg>
      <pc:sldChg chg="new del">
        <pc:chgData name="Víctor Issa García" userId="8e09f2137b4f6074" providerId="LiveId" clId="{3CAB8FB7-30D4-4B0A-B34F-79343C8F4340}" dt="2026-03-29T20:46:50.943" v="81" actId="47"/>
        <pc:sldMkLst>
          <pc:docMk/>
          <pc:sldMk cId="948279531" sldId="264"/>
        </pc:sldMkLst>
      </pc:sldChg>
      <pc:sldChg chg="new del">
        <pc:chgData name="Víctor Issa García" userId="8e09f2137b4f6074" providerId="LiveId" clId="{3CAB8FB7-30D4-4B0A-B34F-79343C8F4340}" dt="2026-03-29T20:47:36.531" v="84" actId="47"/>
        <pc:sldMkLst>
          <pc:docMk/>
          <pc:sldMk cId="1231097424" sldId="264"/>
        </pc:sldMkLst>
      </pc:sldChg>
      <pc:sldChg chg="addSp delSp modSp add mod">
        <pc:chgData name="Víctor Issa García" userId="8e09f2137b4f6074" providerId="LiveId" clId="{3CAB8FB7-30D4-4B0A-B34F-79343C8F4340}" dt="2026-03-29T20:51:09.971" v="113" actId="20577"/>
        <pc:sldMkLst>
          <pc:docMk/>
          <pc:sldMk cId="3005587190" sldId="264"/>
        </pc:sldMkLst>
        <pc:spChg chg="mod">
          <ac:chgData name="Víctor Issa García" userId="8e09f2137b4f6074" providerId="LiveId" clId="{3CAB8FB7-30D4-4B0A-B34F-79343C8F4340}" dt="2026-03-29T20:51:09.971" v="113" actId="20577"/>
          <ac:spMkLst>
            <pc:docMk/>
            <pc:sldMk cId="3005587190" sldId="264"/>
            <ac:spMk id="2" creationId="{FB1B9B82-5E69-9160-18BB-7580ECAD13E5}"/>
          </ac:spMkLst>
        </pc:spChg>
        <pc:spChg chg="add del mod">
          <ac:chgData name="Víctor Issa García" userId="8e09f2137b4f6074" providerId="LiveId" clId="{3CAB8FB7-30D4-4B0A-B34F-79343C8F4340}" dt="2026-03-29T20:48:18.557" v="94"/>
          <ac:spMkLst>
            <pc:docMk/>
            <pc:sldMk cId="3005587190" sldId="264"/>
            <ac:spMk id="6" creationId="{73895013-CF4C-E6DB-C2E6-141FF7E3D27B}"/>
          </ac:spMkLst>
        </pc:spChg>
        <pc:spChg chg="add del mod">
          <ac:chgData name="Víctor Issa García" userId="8e09f2137b4f6074" providerId="LiveId" clId="{3CAB8FB7-30D4-4B0A-B34F-79343C8F4340}" dt="2026-03-29T20:48:46.200" v="100"/>
          <ac:spMkLst>
            <pc:docMk/>
            <pc:sldMk cId="3005587190" sldId="264"/>
            <ac:spMk id="12" creationId="{AE5CC452-417A-83B4-F90B-81425CD2D258}"/>
          </ac:spMkLst>
        </pc:spChg>
        <pc:spChg chg="add mod">
          <ac:chgData name="Víctor Issa García" userId="8e09f2137b4f6074" providerId="LiveId" clId="{3CAB8FB7-30D4-4B0A-B34F-79343C8F4340}" dt="2026-03-29T20:48:55.564" v="103" actId="21"/>
          <ac:spMkLst>
            <pc:docMk/>
            <pc:sldMk cId="3005587190" sldId="264"/>
            <ac:spMk id="18" creationId="{27F296B0-0445-53FC-A282-BAB1912B5C65}"/>
          </ac:spMkLst>
        </pc:spChg>
        <pc:spChg chg="del">
          <ac:chgData name="Víctor Issa García" userId="8e09f2137b4f6074" providerId="LiveId" clId="{3CAB8FB7-30D4-4B0A-B34F-79343C8F4340}" dt="2026-03-29T20:47:47.977" v="87"/>
          <ac:spMkLst>
            <pc:docMk/>
            <pc:sldMk cId="3005587190" sldId="264"/>
            <ac:spMk id="20" creationId="{C221ABC4-0247-7055-A7FA-C1E8C515584D}"/>
          </ac:spMkLst>
        </pc:spChg>
        <pc:picChg chg="add del mod ord">
          <ac:chgData name="Víctor Issa García" userId="8e09f2137b4f6074" providerId="LiveId" clId="{3CAB8FB7-30D4-4B0A-B34F-79343C8F4340}" dt="2026-03-29T20:48:01.431" v="90" actId="21"/>
          <ac:picMkLst>
            <pc:docMk/>
            <pc:sldMk cId="3005587190" sldId="264"/>
            <ac:picMk id="4" creationId="{B3A2F7DE-B3BB-6AA3-7F95-F72C41E5ABCE}"/>
          </ac:picMkLst>
        </pc:picChg>
        <pc:picChg chg="add mod">
          <ac:chgData name="Víctor Issa García" userId="8e09f2137b4f6074" providerId="LiveId" clId="{3CAB8FB7-30D4-4B0A-B34F-79343C8F4340}" dt="2026-03-29T20:48:04.418" v="92"/>
          <ac:picMkLst>
            <pc:docMk/>
            <pc:sldMk cId="3005587190" sldId="264"/>
            <ac:picMk id="7" creationId="{B3A2F7DE-B3BB-6AA3-7F95-F72C41E5ABCE}"/>
          </ac:picMkLst>
        </pc:picChg>
        <pc:picChg chg="del">
          <ac:chgData name="Víctor Issa García" userId="8e09f2137b4f6074" providerId="LiveId" clId="{3CAB8FB7-30D4-4B0A-B34F-79343C8F4340}" dt="2026-03-29T20:48:03.965" v="91" actId="478"/>
          <ac:picMkLst>
            <pc:docMk/>
            <pc:sldMk cId="3005587190" sldId="264"/>
            <ac:picMk id="8" creationId="{D39D3B23-1D52-143A-DE65-E1C13C07DC7F}"/>
          </ac:picMkLst>
        </pc:picChg>
        <pc:picChg chg="add del mod ord">
          <ac:chgData name="Víctor Issa García" userId="8e09f2137b4f6074" providerId="LiveId" clId="{3CAB8FB7-30D4-4B0A-B34F-79343C8F4340}" dt="2026-03-29T20:48:25.695" v="96" actId="21"/>
          <ac:picMkLst>
            <pc:docMk/>
            <pc:sldMk cId="3005587190" sldId="264"/>
            <ac:picMk id="10" creationId="{AD4D0E98-2E39-D1E1-54B8-45E58105A995}"/>
          </ac:picMkLst>
        </pc:picChg>
        <pc:picChg chg="add mod">
          <ac:chgData name="Víctor Issa García" userId="8e09f2137b4f6074" providerId="LiveId" clId="{3CAB8FB7-30D4-4B0A-B34F-79343C8F4340}" dt="2026-03-29T20:48:28.150" v="98"/>
          <ac:picMkLst>
            <pc:docMk/>
            <pc:sldMk cId="3005587190" sldId="264"/>
            <ac:picMk id="13" creationId="{AD4D0E98-2E39-D1E1-54B8-45E58105A995}"/>
          </ac:picMkLst>
        </pc:picChg>
        <pc:picChg chg="del">
          <ac:chgData name="Víctor Issa García" userId="8e09f2137b4f6074" providerId="LiveId" clId="{3CAB8FB7-30D4-4B0A-B34F-79343C8F4340}" dt="2026-03-29T20:48:27.684" v="97" actId="478"/>
          <ac:picMkLst>
            <pc:docMk/>
            <pc:sldMk cId="3005587190" sldId="264"/>
            <ac:picMk id="14" creationId="{7FC5EA48-1C99-CE68-D179-5D0AAD664F30}"/>
          </ac:picMkLst>
        </pc:picChg>
        <pc:picChg chg="add del mod ord">
          <ac:chgData name="Víctor Issa García" userId="8e09f2137b4f6074" providerId="LiveId" clId="{3CAB8FB7-30D4-4B0A-B34F-79343C8F4340}" dt="2026-03-29T20:48:55.564" v="103" actId="21"/>
          <ac:picMkLst>
            <pc:docMk/>
            <pc:sldMk cId="3005587190" sldId="264"/>
            <ac:picMk id="16" creationId="{65A0F39B-89DC-E210-63E0-D91F5A63D728}"/>
          </ac:picMkLst>
        </pc:picChg>
        <pc:picChg chg="add mod">
          <ac:chgData name="Víctor Issa García" userId="8e09f2137b4f6074" providerId="LiveId" clId="{3CAB8FB7-30D4-4B0A-B34F-79343C8F4340}" dt="2026-03-29T20:48:58.208" v="105"/>
          <ac:picMkLst>
            <pc:docMk/>
            <pc:sldMk cId="3005587190" sldId="264"/>
            <ac:picMk id="19" creationId="{65A0F39B-89DC-E210-63E0-D91F5A63D728}"/>
          </ac:picMkLst>
        </pc:picChg>
        <pc:picChg chg="del">
          <ac:chgData name="Víctor Issa García" userId="8e09f2137b4f6074" providerId="LiveId" clId="{3CAB8FB7-30D4-4B0A-B34F-79343C8F4340}" dt="2026-03-29T20:48:57.869" v="104" actId="478"/>
          <ac:picMkLst>
            <pc:docMk/>
            <pc:sldMk cId="3005587190" sldId="264"/>
            <ac:picMk id="21" creationId="{EBDECDA1-270E-1E33-AA88-153A0228166A}"/>
          </ac:picMkLst>
        </pc:picChg>
      </pc:sldChg>
      <pc:sldChg chg="addSp delSp modSp add mod ord">
        <pc:chgData name="Víctor Issa García" userId="8e09f2137b4f6074" providerId="LiveId" clId="{3CAB8FB7-30D4-4B0A-B34F-79343C8F4340}" dt="2026-03-29T20:55:57.344" v="137"/>
        <pc:sldMkLst>
          <pc:docMk/>
          <pc:sldMk cId="956590845" sldId="265"/>
        </pc:sldMkLst>
        <pc:spChg chg="mod">
          <ac:chgData name="Víctor Issa García" userId="8e09f2137b4f6074" providerId="LiveId" clId="{3CAB8FB7-30D4-4B0A-B34F-79343C8F4340}" dt="2026-03-29T20:51:28.369" v="116"/>
          <ac:spMkLst>
            <pc:docMk/>
            <pc:sldMk cId="956590845" sldId="265"/>
            <ac:spMk id="2" creationId="{21E4ADAB-F69C-F062-1EFA-4F5562928E72}"/>
          </ac:spMkLst>
        </pc:spChg>
        <pc:spChg chg="add del mod">
          <ac:chgData name="Víctor Issa García" userId="8e09f2137b4f6074" providerId="LiveId" clId="{3CAB8FB7-30D4-4B0A-B34F-79343C8F4340}" dt="2026-03-29T20:53:24.750" v="125"/>
          <ac:spMkLst>
            <pc:docMk/>
            <pc:sldMk cId="956590845" sldId="265"/>
            <ac:spMk id="6" creationId="{510E043E-1A52-10C5-CCEB-0E6A3B30CCB7}"/>
          </ac:spMkLst>
        </pc:spChg>
        <pc:spChg chg="del">
          <ac:chgData name="Víctor Issa García" userId="8e09f2137b4f6074" providerId="LiveId" clId="{3CAB8FB7-30D4-4B0A-B34F-79343C8F4340}" dt="2026-03-29T20:53:03.785" v="118"/>
          <ac:spMkLst>
            <pc:docMk/>
            <pc:sldMk cId="956590845" sldId="265"/>
            <ac:spMk id="18" creationId="{6B32C240-2A47-1437-95D9-6BCFFAE01FD1}"/>
          </ac:spMkLst>
        </pc:spChg>
        <pc:picChg chg="add del mod ord">
          <ac:chgData name="Víctor Issa García" userId="8e09f2137b4f6074" providerId="LiveId" clId="{3CAB8FB7-30D4-4B0A-B34F-79343C8F4340}" dt="2026-03-29T20:53:16.517" v="121" actId="21"/>
          <ac:picMkLst>
            <pc:docMk/>
            <pc:sldMk cId="956590845" sldId="265"/>
            <ac:picMk id="4" creationId="{AA35D522-F0AB-0F5E-BA3C-D6323C52F12B}"/>
          </ac:picMkLst>
        </pc:picChg>
        <pc:picChg chg="del">
          <ac:chgData name="Víctor Issa García" userId="8e09f2137b4f6074" providerId="LiveId" clId="{3CAB8FB7-30D4-4B0A-B34F-79343C8F4340}" dt="2026-03-29T20:53:18.477" v="122" actId="478"/>
          <ac:picMkLst>
            <pc:docMk/>
            <pc:sldMk cId="956590845" sldId="265"/>
            <ac:picMk id="7" creationId="{C85CB0C6-895A-7372-C839-2BAE6CF13E88}"/>
          </ac:picMkLst>
        </pc:picChg>
        <pc:picChg chg="add mod">
          <ac:chgData name="Víctor Issa García" userId="8e09f2137b4f6074" providerId="LiveId" clId="{3CAB8FB7-30D4-4B0A-B34F-79343C8F4340}" dt="2026-03-29T20:53:18.997" v="123"/>
          <ac:picMkLst>
            <pc:docMk/>
            <pc:sldMk cId="956590845" sldId="265"/>
            <ac:picMk id="8" creationId="{AA35D522-F0AB-0F5E-BA3C-D6323C52F12B}"/>
          </ac:picMkLst>
        </pc:picChg>
        <pc:picChg chg="add mod ord">
          <ac:chgData name="Víctor Issa García" userId="8e09f2137b4f6074" providerId="LiveId" clId="{3CAB8FB7-30D4-4B0A-B34F-79343C8F4340}" dt="2026-03-29T20:53:36.435" v="126" actId="1076"/>
          <ac:picMkLst>
            <pc:docMk/>
            <pc:sldMk cId="956590845" sldId="265"/>
            <ac:picMk id="10" creationId="{A0CC6251-2AD9-1B10-864E-BBDD296315B5}"/>
          </ac:picMkLst>
        </pc:picChg>
        <pc:picChg chg="add del mod">
          <ac:chgData name="Víctor Issa García" userId="8e09f2137b4f6074" providerId="LiveId" clId="{3CAB8FB7-30D4-4B0A-B34F-79343C8F4340}" dt="2026-03-29T20:55:44.346" v="130" actId="478"/>
          <ac:picMkLst>
            <pc:docMk/>
            <pc:sldMk cId="956590845" sldId="265"/>
            <ac:picMk id="12" creationId="{1C450D16-7A5D-7C4D-669C-F5BBFA41B27E}"/>
          </ac:picMkLst>
        </pc:picChg>
        <pc:picChg chg="add del mod">
          <ac:chgData name="Víctor Issa García" userId="8e09f2137b4f6074" providerId="LiveId" clId="{3CAB8FB7-30D4-4B0A-B34F-79343C8F4340}" dt="2026-03-29T20:55:55.025" v="135" actId="21"/>
          <ac:picMkLst>
            <pc:docMk/>
            <pc:sldMk cId="956590845" sldId="265"/>
            <ac:picMk id="15" creationId="{FB4ABC1E-1188-8E2B-C1A9-444F1551F0B3}"/>
          </ac:picMkLst>
        </pc:picChg>
        <pc:picChg chg="add mod">
          <ac:chgData name="Víctor Issa García" userId="8e09f2137b4f6074" providerId="LiveId" clId="{3CAB8FB7-30D4-4B0A-B34F-79343C8F4340}" dt="2026-03-29T20:55:57.344" v="137"/>
          <ac:picMkLst>
            <pc:docMk/>
            <pc:sldMk cId="956590845" sldId="265"/>
            <ac:picMk id="16" creationId="{FB4ABC1E-1188-8E2B-C1A9-444F1551F0B3}"/>
          </ac:picMkLst>
        </pc:picChg>
        <pc:picChg chg="del">
          <ac:chgData name="Víctor Issa García" userId="8e09f2137b4f6074" providerId="LiveId" clId="{3CAB8FB7-30D4-4B0A-B34F-79343C8F4340}" dt="2026-03-29T20:55:56.999" v="136" actId="478"/>
          <ac:picMkLst>
            <pc:docMk/>
            <pc:sldMk cId="956590845" sldId="265"/>
            <ac:picMk id="19" creationId="{A922CDFA-6848-0CC9-6D19-2E49B7B2453E}"/>
          </ac:picMkLst>
        </pc:picChg>
      </pc:sldChg>
      <pc:sldChg chg="addSp delSp modSp add mod">
        <pc:chgData name="Víctor Issa García" userId="8e09f2137b4f6074" providerId="LiveId" clId="{3CAB8FB7-30D4-4B0A-B34F-79343C8F4340}" dt="2026-03-29T20:59:34.103" v="165"/>
        <pc:sldMkLst>
          <pc:docMk/>
          <pc:sldMk cId="1061500500" sldId="266"/>
        </pc:sldMkLst>
        <pc:spChg chg="mod">
          <ac:chgData name="Víctor Issa García" userId="8e09f2137b4f6074" providerId="LiveId" clId="{3CAB8FB7-30D4-4B0A-B34F-79343C8F4340}" dt="2026-03-29T20:59:34.103" v="165"/>
          <ac:spMkLst>
            <pc:docMk/>
            <pc:sldMk cId="1061500500" sldId="266"/>
            <ac:spMk id="2" creationId="{3BCB7C56-1491-D00A-D169-BC2356EB723A}"/>
          </ac:spMkLst>
        </pc:spChg>
        <pc:spChg chg="add del mod">
          <ac:chgData name="Víctor Issa García" userId="8e09f2137b4f6074" providerId="LiveId" clId="{3CAB8FB7-30D4-4B0A-B34F-79343C8F4340}" dt="2026-03-29T20:58:48.138" v="153"/>
          <ac:spMkLst>
            <pc:docMk/>
            <pc:sldMk cId="1061500500" sldId="266"/>
            <ac:spMk id="9" creationId="{48C0CD94-5F30-8CE7-DD14-4D2629A98469}"/>
          </ac:spMkLst>
        </pc:spChg>
        <pc:spChg chg="add del mod">
          <ac:chgData name="Víctor Issa García" userId="8e09f2137b4f6074" providerId="LiveId" clId="{3CAB8FB7-30D4-4B0A-B34F-79343C8F4340}" dt="2026-03-29T20:59:09.473" v="159"/>
          <ac:spMkLst>
            <pc:docMk/>
            <pc:sldMk cId="1061500500" sldId="266"/>
            <ac:spMk id="15" creationId="{4E7FF694-B868-858C-78A0-B2C1DAECD454}"/>
          </ac:spMkLst>
        </pc:spChg>
        <pc:spChg chg="add del">
          <ac:chgData name="Víctor Issa García" userId="8e09f2137b4f6074" providerId="LiveId" clId="{3CAB8FB7-30D4-4B0A-B34F-79343C8F4340}" dt="2026-03-29T20:57:59.523" v="145"/>
          <ac:spMkLst>
            <pc:docMk/>
            <pc:sldMk cId="1061500500" sldId="266"/>
            <ac:spMk id="18" creationId="{83CB11AA-CA53-C7C1-37AF-0D6AE47C502B}"/>
          </ac:spMkLst>
        </pc:spChg>
        <pc:spChg chg="add mod">
          <ac:chgData name="Víctor Issa García" userId="8e09f2137b4f6074" providerId="LiveId" clId="{3CAB8FB7-30D4-4B0A-B34F-79343C8F4340}" dt="2026-03-29T20:59:15.687" v="162" actId="21"/>
          <ac:spMkLst>
            <pc:docMk/>
            <pc:sldMk cId="1061500500" sldId="266"/>
            <ac:spMk id="22" creationId="{169520DB-22A6-094A-366D-26D5C8972CA9}"/>
          </ac:spMkLst>
        </pc:spChg>
        <pc:picChg chg="add del mod ord">
          <ac:chgData name="Víctor Issa García" userId="8e09f2137b4f6074" providerId="LiveId" clId="{3CAB8FB7-30D4-4B0A-B34F-79343C8F4340}" dt="2026-03-29T20:57:53.390" v="142" actId="931"/>
          <ac:picMkLst>
            <pc:docMk/>
            <pc:sldMk cId="1061500500" sldId="266"/>
            <ac:picMk id="4" creationId="{856C5D4F-53CC-7906-9415-722C48629648}"/>
          </ac:picMkLst>
        </pc:picChg>
        <pc:picChg chg="add del mod ord">
          <ac:chgData name="Víctor Issa García" userId="8e09f2137b4f6074" providerId="LiveId" clId="{3CAB8FB7-30D4-4B0A-B34F-79343C8F4340}" dt="2026-03-29T20:58:10.321" v="149" actId="21"/>
          <ac:picMkLst>
            <pc:docMk/>
            <pc:sldMk cId="1061500500" sldId="266"/>
            <ac:picMk id="6" creationId="{B47AEACE-A2BE-EFD3-3DDE-87B1B9BC15BE}"/>
          </ac:picMkLst>
        </pc:picChg>
        <pc:picChg chg="add del">
          <ac:chgData name="Víctor Issa García" userId="8e09f2137b4f6074" providerId="LiveId" clId="{3CAB8FB7-30D4-4B0A-B34F-79343C8F4340}" dt="2026-03-29T20:58:12.479" v="150" actId="478"/>
          <ac:picMkLst>
            <pc:docMk/>
            <pc:sldMk cId="1061500500" sldId="266"/>
            <ac:picMk id="7" creationId="{1F9F5A44-959A-48CF-FF95-5FCD1E1E7461}"/>
          </ac:picMkLst>
        </pc:picChg>
        <pc:picChg chg="add mod">
          <ac:chgData name="Víctor Issa García" userId="8e09f2137b4f6074" providerId="LiveId" clId="{3CAB8FB7-30D4-4B0A-B34F-79343C8F4340}" dt="2026-03-29T20:58:12.941" v="151"/>
          <ac:picMkLst>
            <pc:docMk/>
            <pc:sldMk cId="1061500500" sldId="266"/>
            <ac:picMk id="10" creationId="{B47AEACE-A2BE-EFD3-3DDE-87B1B9BC15BE}"/>
          </ac:picMkLst>
        </pc:picChg>
        <pc:picChg chg="add del mod ord">
          <ac:chgData name="Víctor Issa García" userId="8e09f2137b4f6074" providerId="LiveId" clId="{3CAB8FB7-30D4-4B0A-B34F-79343C8F4340}" dt="2026-03-29T20:58:56.914" v="155" actId="21"/>
          <ac:picMkLst>
            <pc:docMk/>
            <pc:sldMk cId="1061500500" sldId="266"/>
            <ac:picMk id="12" creationId="{B4C642D6-14AB-1D6F-8747-A1A595FF6534}"/>
          </ac:picMkLst>
        </pc:picChg>
        <pc:picChg chg="del">
          <ac:chgData name="Víctor Issa García" userId="8e09f2137b4f6074" providerId="LiveId" clId="{3CAB8FB7-30D4-4B0A-B34F-79343C8F4340}" dt="2026-03-29T20:58:58.959" v="156" actId="478"/>
          <ac:picMkLst>
            <pc:docMk/>
            <pc:sldMk cId="1061500500" sldId="266"/>
            <ac:picMk id="13" creationId="{EE03EB18-AD80-78A2-DD13-3A1C33817705}"/>
          </ac:picMkLst>
        </pc:picChg>
        <pc:picChg chg="add mod">
          <ac:chgData name="Víctor Issa García" userId="8e09f2137b4f6074" providerId="LiveId" clId="{3CAB8FB7-30D4-4B0A-B34F-79343C8F4340}" dt="2026-03-29T20:58:59.323" v="157"/>
          <ac:picMkLst>
            <pc:docMk/>
            <pc:sldMk cId="1061500500" sldId="266"/>
            <ac:picMk id="16" creationId="{B4C642D6-14AB-1D6F-8747-A1A595FF6534}"/>
          </ac:picMkLst>
        </pc:picChg>
        <pc:picChg chg="del">
          <ac:chgData name="Víctor Issa García" userId="8e09f2137b4f6074" providerId="LiveId" clId="{3CAB8FB7-30D4-4B0A-B34F-79343C8F4340}" dt="2026-03-29T20:59:18.579" v="163" actId="478"/>
          <ac:picMkLst>
            <pc:docMk/>
            <pc:sldMk cId="1061500500" sldId="266"/>
            <ac:picMk id="19" creationId="{A399F9DA-B992-CC66-A403-6C0DD7BAECCA}"/>
          </ac:picMkLst>
        </pc:picChg>
        <pc:picChg chg="add del mod ord">
          <ac:chgData name="Víctor Issa García" userId="8e09f2137b4f6074" providerId="LiveId" clId="{3CAB8FB7-30D4-4B0A-B34F-79343C8F4340}" dt="2026-03-29T20:59:15.687" v="162" actId="21"/>
          <ac:picMkLst>
            <pc:docMk/>
            <pc:sldMk cId="1061500500" sldId="266"/>
            <ac:picMk id="20" creationId="{650DF596-BB56-B737-E863-6541F092A20C}"/>
          </ac:picMkLst>
        </pc:picChg>
        <pc:picChg chg="add mod">
          <ac:chgData name="Víctor Issa García" userId="8e09f2137b4f6074" providerId="LiveId" clId="{3CAB8FB7-30D4-4B0A-B34F-79343C8F4340}" dt="2026-03-29T20:59:19.022" v="164"/>
          <ac:picMkLst>
            <pc:docMk/>
            <pc:sldMk cId="1061500500" sldId="266"/>
            <ac:picMk id="23" creationId="{650DF596-BB56-B737-E863-6541F092A20C}"/>
          </ac:picMkLst>
        </pc:picChg>
      </pc:sldChg>
      <pc:sldChg chg="addSp delSp modSp add mod">
        <pc:chgData name="Víctor Issa García" userId="8e09f2137b4f6074" providerId="LiveId" clId="{3CAB8FB7-30D4-4B0A-B34F-79343C8F4340}" dt="2026-03-29T21:03:39.861" v="189"/>
        <pc:sldMkLst>
          <pc:docMk/>
          <pc:sldMk cId="3070418749" sldId="267"/>
        </pc:sldMkLst>
        <pc:spChg chg="mod">
          <ac:chgData name="Víctor Issa García" userId="8e09f2137b4f6074" providerId="LiveId" clId="{3CAB8FB7-30D4-4B0A-B34F-79343C8F4340}" dt="2026-03-29T21:03:39.861" v="189"/>
          <ac:spMkLst>
            <pc:docMk/>
            <pc:sldMk cId="3070418749" sldId="267"/>
            <ac:spMk id="2" creationId="{0D8CC135-5E6D-9444-0A0E-E5C581C79E94}"/>
          </ac:spMkLst>
        </pc:spChg>
        <pc:spChg chg="add del mod">
          <ac:chgData name="Víctor Issa García" userId="8e09f2137b4f6074" providerId="LiveId" clId="{3CAB8FB7-30D4-4B0A-B34F-79343C8F4340}" dt="2026-03-29T21:00:22.476" v="176"/>
          <ac:spMkLst>
            <pc:docMk/>
            <pc:sldMk cId="3070418749" sldId="267"/>
            <ac:spMk id="6" creationId="{D31F07F7-F785-8A77-402B-4390FB484DC0}"/>
          </ac:spMkLst>
        </pc:spChg>
        <pc:spChg chg="add del mod">
          <ac:chgData name="Víctor Issa García" userId="8e09f2137b4f6074" providerId="LiveId" clId="{3CAB8FB7-30D4-4B0A-B34F-79343C8F4340}" dt="2026-03-29T21:00:38.423" v="182"/>
          <ac:spMkLst>
            <pc:docMk/>
            <pc:sldMk cId="3070418749" sldId="267"/>
            <ac:spMk id="12" creationId="{CC719E13-973A-A6B7-9996-D82C1EEDCC06}"/>
          </ac:spMkLst>
        </pc:spChg>
        <pc:spChg chg="add mod">
          <ac:chgData name="Víctor Issa García" userId="8e09f2137b4f6074" providerId="LiveId" clId="{3CAB8FB7-30D4-4B0A-B34F-79343C8F4340}" dt="2026-03-29T21:00:45.097" v="185" actId="21"/>
          <ac:spMkLst>
            <pc:docMk/>
            <pc:sldMk cId="3070418749" sldId="267"/>
            <ac:spMk id="18" creationId="{56E0685A-81BA-7351-A669-9C7BDBCAEFCC}"/>
          </ac:spMkLst>
        </pc:spChg>
        <pc:spChg chg="del">
          <ac:chgData name="Víctor Issa García" userId="8e09f2137b4f6074" providerId="LiveId" clId="{3CAB8FB7-30D4-4B0A-B34F-79343C8F4340}" dt="2026-03-29T20:59:52.174" v="168"/>
          <ac:spMkLst>
            <pc:docMk/>
            <pc:sldMk cId="3070418749" sldId="267"/>
            <ac:spMk id="22" creationId="{969A2ED6-61E1-4349-18BB-7AF4D242C019}"/>
          </ac:spMkLst>
        </pc:spChg>
        <pc:picChg chg="add del mod ord">
          <ac:chgData name="Víctor Issa García" userId="8e09f2137b4f6074" providerId="LiveId" clId="{3CAB8FB7-30D4-4B0A-B34F-79343C8F4340}" dt="2026-03-29T21:00:07.620" v="172" actId="21"/>
          <ac:picMkLst>
            <pc:docMk/>
            <pc:sldMk cId="3070418749" sldId="267"/>
            <ac:picMk id="4" creationId="{3E6A783D-718C-3332-9E88-1AF7CE574671}"/>
          </ac:picMkLst>
        </pc:picChg>
        <pc:picChg chg="add mod">
          <ac:chgData name="Víctor Issa García" userId="8e09f2137b4f6074" providerId="LiveId" clId="{3CAB8FB7-30D4-4B0A-B34F-79343C8F4340}" dt="2026-03-29T21:00:10.055" v="174"/>
          <ac:picMkLst>
            <pc:docMk/>
            <pc:sldMk cId="3070418749" sldId="267"/>
            <ac:picMk id="7" creationId="{3E6A783D-718C-3332-9E88-1AF7CE574671}"/>
          </ac:picMkLst>
        </pc:picChg>
        <pc:picChg chg="add del mod ord">
          <ac:chgData name="Víctor Issa García" userId="8e09f2137b4f6074" providerId="LiveId" clId="{3CAB8FB7-30D4-4B0A-B34F-79343C8F4340}" dt="2026-03-29T21:00:30.509" v="178" actId="21"/>
          <ac:picMkLst>
            <pc:docMk/>
            <pc:sldMk cId="3070418749" sldId="267"/>
            <ac:picMk id="9" creationId="{B8C39364-208D-EBA1-A1CF-B9907A9C412C}"/>
          </ac:picMkLst>
        </pc:picChg>
        <pc:picChg chg="del">
          <ac:chgData name="Víctor Issa García" userId="8e09f2137b4f6074" providerId="LiveId" clId="{3CAB8FB7-30D4-4B0A-B34F-79343C8F4340}" dt="2026-03-29T21:00:09.704" v="173" actId="478"/>
          <ac:picMkLst>
            <pc:docMk/>
            <pc:sldMk cId="3070418749" sldId="267"/>
            <ac:picMk id="10" creationId="{9B3AE620-ED3E-4DBF-2504-D4357869F80B}"/>
          </ac:picMkLst>
        </pc:picChg>
        <pc:picChg chg="add mod">
          <ac:chgData name="Víctor Issa García" userId="8e09f2137b4f6074" providerId="LiveId" clId="{3CAB8FB7-30D4-4B0A-B34F-79343C8F4340}" dt="2026-03-29T21:00:32.855" v="180"/>
          <ac:picMkLst>
            <pc:docMk/>
            <pc:sldMk cId="3070418749" sldId="267"/>
            <ac:picMk id="13" creationId="{B8C39364-208D-EBA1-A1CF-B9907A9C412C}"/>
          </ac:picMkLst>
        </pc:picChg>
        <pc:picChg chg="add del mod ord">
          <ac:chgData name="Víctor Issa García" userId="8e09f2137b4f6074" providerId="LiveId" clId="{3CAB8FB7-30D4-4B0A-B34F-79343C8F4340}" dt="2026-03-29T21:00:45.097" v="185" actId="21"/>
          <ac:picMkLst>
            <pc:docMk/>
            <pc:sldMk cId="3070418749" sldId="267"/>
            <ac:picMk id="15" creationId="{A9AE7E53-7E43-37C0-33AC-CC4F8C0DD746}"/>
          </ac:picMkLst>
        </pc:picChg>
        <pc:picChg chg="del">
          <ac:chgData name="Víctor Issa García" userId="8e09f2137b4f6074" providerId="LiveId" clId="{3CAB8FB7-30D4-4B0A-B34F-79343C8F4340}" dt="2026-03-29T21:00:32.382" v="179" actId="478"/>
          <ac:picMkLst>
            <pc:docMk/>
            <pc:sldMk cId="3070418749" sldId="267"/>
            <ac:picMk id="16" creationId="{EC88A05F-08F2-6BD3-5988-3DBAF074830F}"/>
          </ac:picMkLst>
        </pc:picChg>
        <pc:picChg chg="add mod">
          <ac:chgData name="Víctor Issa García" userId="8e09f2137b4f6074" providerId="LiveId" clId="{3CAB8FB7-30D4-4B0A-B34F-79343C8F4340}" dt="2026-03-29T21:00:47.920" v="187"/>
          <ac:picMkLst>
            <pc:docMk/>
            <pc:sldMk cId="3070418749" sldId="267"/>
            <ac:picMk id="19" creationId="{A9AE7E53-7E43-37C0-33AC-CC4F8C0DD746}"/>
          </ac:picMkLst>
        </pc:picChg>
        <pc:picChg chg="del">
          <ac:chgData name="Víctor Issa García" userId="8e09f2137b4f6074" providerId="LiveId" clId="{3CAB8FB7-30D4-4B0A-B34F-79343C8F4340}" dt="2026-03-29T21:00:47.461" v="186" actId="478"/>
          <ac:picMkLst>
            <pc:docMk/>
            <pc:sldMk cId="3070418749" sldId="267"/>
            <ac:picMk id="23" creationId="{F54B75B6-5B18-E550-9783-CE8F9B918F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E9FC-C888-364D-7EBA-1E3A3533B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02492-9487-1520-8A6C-F0B30C5BB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CDF08-EC9B-72BD-83B9-4552AE7B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B94C6-E6E5-536A-7270-F5FA2F3B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D6F6C-E796-021B-9BC4-4D42C081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9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34F3-9796-D452-8AC6-F4EAFBDA5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57122-61A6-5E7C-6560-0AD12F228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159A1-A219-558A-AEE8-C2F9BD8D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A42C4-FC5F-0AAF-043F-4512CE2F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82C7-7910-6C24-3986-F282D49C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F5AF-C071-34D0-4001-6DDBEDDD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6BF41-BE9B-BB4C-6276-7B5C265D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DBE5E-9C02-5BA6-04E4-13EC848A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42CC6-9AED-26EE-1A18-38075E21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9E09B-B73E-2109-5F77-749E80E2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8464-0E16-AAFF-28CE-FFDB4DE0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100FD-F698-C758-3F6B-C6569307C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AB788-174C-BF52-6994-C61C74F40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E623F-5C22-D523-270A-A785AA64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F9287-844E-3F1E-C1E3-24C2E70A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A5704-4E33-09D7-6FDB-0B9F281A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4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2909-5FF9-5787-3725-3DAC96AA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574D-B5A7-1268-1549-D050735B4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C99BF-7190-8FBF-1154-87F8CE1CA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A991D-B479-59F3-14BB-81609BC9A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25177-6FBD-5564-2907-321017234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E9847-BCD7-1F26-4E75-4A393A17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174CFB-3B57-3A85-6909-920D59E1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EAB93-D7FF-787A-B03F-45BDFDB6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0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64F2-0657-4DCD-FAE1-C2BB7AFB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E16E9-27B1-A069-7874-0EACE520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A7F14-FA10-EB5B-4215-91F7702B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D6006-F78B-75BD-A5C8-68798DBE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35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09825-5432-C8E8-F693-9F4EE799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639A3-C4F4-9744-7D90-3699F8568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29FAE-0BD5-65C7-C546-2D49728E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6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95A4-6C4E-B098-73D2-6D8B4C42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52FC8-964D-A146-67C6-8733053E8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106D3-F6F6-5D3E-1E1B-35DBBC8D7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7B5B6-4027-98B1-1A26-3AD83D88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5FBE9-D7D9-7876-ACCA-FACA95F69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00CEA-5C86-3398-C644-65F3FE1F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6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89E6-30F6-2826-7D2D-2332C566C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2CACC-2A7D-47E9-9634-B2841C2AF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5C945-85D6-D83E-926A-C36957FAC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C7990-32F5-DA4B-6467-51ED37DA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5F8B2-6E14-5A41-4743-1988444E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F9EFB-38A4-E4F8-669F-E7129C0D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7CD1-6C76-218B-724D-45299954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54EDF-F26F-98DD-1AE0-D8EB3553E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36505-70E4-2169-8BDD-E4EC9B2A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5BBEB-B723-F6A9-06B0-9B0D9B52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8098E-E906-3C83-15F4-2A19FB1D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76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25D815-91FD-8DE9-4FC0-635CFABF9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6ADED-94FF-5682-1743-820C2CECF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E932A-0A51-E001-898F-100C31E39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804FD-C545-13D8-D2A6-5C0673EE8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6635-AEF8-0F43-0864-61976804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1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9B8798-B265-3870-BDD7-1B1C6A24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05DC9-FC3D-DA7F-512F-BC08A533A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EF8AA-8C11-797A-1522-C1E2FDD72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8C33E-4438-4B54-AF03-3211C07A5C6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EDE89-EAF9-17DB-0EC9-C27DFB729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5813D-071A-1174-3154-EE87DDE3F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620C1-D1CE-40B0-BF66-A5BE1457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8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84AF-5BB9-AAF7-A928-199895AF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 (FA ≥ 0.6)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5FDBB-3891-8CA8-E369-E266F613F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E46453-89F7-031A-6209-4384D062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71" y="1315987"/>
            <a:ext cx="10654175" cy="528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4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9978-EEA8-9DF4-2797-3BC8241E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0.079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9466E9-BA02-ADC1-6EC6-BDCDC030E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7928" y="-484982"/>
            <a:ext cx="725222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3ADD7F-B6A6-0922-D5E0-0BC60A87E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80" y="3125387"/>
            <a:ext cx="5486411" cy="36576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ED46C3-A40A-087C-667A-879033C43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3" y="1873664"/>
            <a:ext cx="6827277" cy="512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2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B67D-6CDA-B457-FD26-2CF8734E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261E-BAED-64E6-B49C-94744828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0.001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7A727B-BC0A-8C73-D8D9-0495532D8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7928" y="-484981"/>
            <a:ext cx="7252229" cy="4351338"/>
          </a:xfrm>
          <a:prstGeom prst="rect">
            <a:avLst/>
          </a:prstGeom>
        </p:spPr>
      </p:pic>
      <p:pic>
        <p:nvPicPr>
          <p:cNvPr id="17" name="Content Placeholder 13">
            <a:extLst>
              <a:ext uri="{FF2B5EF4-FFF2-40B4-BE49-F238E27FC236}">
                <a16:creationId xmlns:a16="http://schemas.microsoft.com/office/drawing/2014/main" id="{E0CC05F8-C44D-FD30-D6DC-B7038E926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9" y="3125386"/>
            <a:ext cx="5486411" cy="3657607"/>
          </a:xfrm>
          <a:prstGeom prst="rect">
            <a:avLst/>
          </a:prstGeom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18FEEDC-3EE5-FA95-0604-97416453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Content Placeholder 18">
            <a:extLst>
              <a:ext uri="{FF2B5EF4-FFF2-40B4-BE49-F238E27FC236}">
                <a16:creationId xmlns:a16="http://schemas.microsoft.com/office/drawing/2014/main" id="{FDAE0C96-D340-29C4-DCCB-2BED45CE2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4" y="1873662"/>
            <a:ext cx="6827276" cy="512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E9F7-C612-FF9D-6B8B-E3AA7905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5DA1-14E4-D968-00EF-5825CBC2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0.008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FB0E9774-859D-FB0E-431C-5FB17BA1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7931" y="-484982"/>
            <a:ext cx="7252229" cy="4351338"/>
          </a:xfrm>
          <a:prstGeom prst="rect">
            <a:avLst/>
          </a:prstGeom>
        </p:spPr>
      </p:pic>
      <p:pic>
        <p:nvPicPr>
          <p:cNvPr id="15" name="Content Placeholder 11">
            <a:extLst>
              <a:ext uri="{FF2B5EF4-FFF2-40B4-BE49-F238E27FC236}">
                <a16:creationId xmlns:a16="http://schemas.microsoft.com/office/drawing/2014/main" id="{A4B686BB-1773-D117-B99E-38B62767B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9" y="3200393"/>
            <a:ext cx="5486411" cy="3657607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98F2A2D-A609-A096-7A48-7065339F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3" name="Content Placeholder 17">
            <a:extLst>
              <a:ext uri="{FF2B5EF4-FFF2-40B4-BE49-F238E27FC236}">
                <a16:creationId xmlns:a16="http://schemas.microsoft.com/office/drawing/2014/main" id="{EDA555A2-CFAF-7A56-13FE-B8197D0B7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4" y="1873661"/>
            <a:ext cx="6827276" cy="512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8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7638-D321-6E9D-65A2-CAF28A48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A0D8-1239-0F39-3750-CD5F2322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0.006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83C1841-D475-7944-9005-CFC66CED2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7932" y="-484982"/>
            <a:ext cx="7252229" cy="4351338"/>
          </a:xfrm>
          <a:prstGeom prst="rect">
            <a:avLst/>
          </a:prstGeom>
        </p:spPr>
      </p:pic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7B317104-11C8-266F-59D4-528F21AC2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9" y="3200392"/>
            <a:ext cx="5486411" cy="3657607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B8A20A8-0F04-0A1D-FACA-FD98A35C4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Content Placeholder 15">
            <a:extLst>
              <a:ext uri="{FF2B5EF4-FFF2-40B4-BE49-F238E27FC236}">
                <a16:creationId xmlns:a16="http://schemas.microsoft.com/office/drawing/2014/main" id="{DC2D13CE-2CFE-3BE6-6B4A-103DF55AD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5" y="1873661"/>
            <a:ext cx="6827276" cy="512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A5B7-40AC-47F5-1FE8-90BF17C1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0BE5-29A0-A5AD-A1B7-C48F0414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0.0005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CE9B855D-2208-0966-5CCB-299E7E078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7932" y="-484982"/>
            <a:ext cx="7252229" cy="4351338"/>
          </a:xfrm>
          <a:prstGeom prst="rect">
            <a:avLst/>
          </a:prstGeom>
        </p:spPr>
      </p:pic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57276ED6-B55A-B11A-A136-64FBFC979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7" y="3200391"/>
            <a:ext cx="5486411" cy="3657607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3910346-89CE-8041-F3F0-E44635138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" name="Content Placeholder 15">
            <a:extLst>
              <a:ext uri="{FF2B5EF4-FFF2-40B4-BE49-F238E27FC236}">
                <a16:creationId xmlns:a16="http://schemas.microsoft.com/office/drawing/2014/main" id="{90D5D686-0FDB-FC23-28DA-FD4B85A3C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6" y="1873661"/>
            <a:ext cx="6827275" cy="512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06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2FB9-868F-9328-2B14-20F9B857A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ADAB-F69C-F062-1EFA-4F556292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0.042</a:t>
            </a:r>
          </a:p>
        </p:txBody>
      </p:sp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12F91F86-4E3F-1487-9EF0-39627EC5A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7" y="3200393"/>
            <a:ext cx="5486411" cy="365760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0CC6251-2AD9-1B10-864E-BBDD29631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7" y="3200392"/>
            <a:ext cx="5486411" cy="3657607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AA35D522-F0AB-0F5E-BA3C-D6323C52F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3775" y="-484982"/>
            <a:ext cx="7252229" cy="43513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4ABC1E-1188-8E2B-C1A9-444F1551F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7" y="1873660"/>
            <a:ext cx="6827274" cy="512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9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F57C-CB9B-7619-6EC1-BCCCF5E5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9B82-5E69-9160-18BB-7580ECAD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0.078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3A2F7DE-B3BB-6AA3-7F95-F72C41E5A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3775" y="-484982"/>
            <a:ext cx="7252229" cy="4351338"/>
          </a:xfrm>
          <a:prstGeom prst="rect">
            <a:avLst/>
          </a:prstGeom>
        </p:spPr>
      </p:pic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AD4D0E98-2E39-D1E1-54B8-45E58105A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7" y="3200393"/>
            <a:ext cx="5486411" cy="3657607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7F296B0-0445-53FC-A282-BAB1912B5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9" name="Content Placeholder 15">
            <a:extLst>
              <a:ext uri="{FF2B5EF4-FFF2-40B4-BE49-F238E27FC236}">
                <a16:creationId xmlns:a16="http://schemas.microsoft.com/office/drawing/2014/main" id="{65A0F39B-89DC-E210-63E0-D91F5A63D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8" y="1873660"/>
            <a:ext cx="6827273" cy="512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8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E0E92-4A92-C1C1-942D-24AB2952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7C56-1491-D00A-D169-BC2356EB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0.025</a:t>
            </a: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B47AEACE-A2BE-EFD3-3DDE-87B1B9BC1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3775" y="-484982"/>
            <a:ext cx="7252229" cy="4351338"/>
          </a:xfrm>
          <a:prstGeom prst="rect">
            <a:avLst/>
          </a:prstGeom>
        </p:spPr>
      </p:pic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4C642D6-14AB-1D6F-8747-A1A595FF6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0392"/>
            <a:ext cx="5486411" cy="3657607"/>
          </a:xfrm>
          <a:prstGeom prst="rect">
            <a:avLst/>
          </a:prstGeom>
        </p:spPr>
      </p:pic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169520DB-22A6-094A-366D-26D5C8972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3" name="Content Placeholder 19">
            <a:extLst>
              <a:ext uri="{FF2B5EF4-FFF2-40B4-BE49-F238E27FC236}">
                <a16:creationId xmlns:a16="http://schemas.microsoft.com/office/drawing/2014/main" id="{650DF596-BB56-B737-E863-6541F092A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8" y="1873659"/>
            <a:ext cx="6827273" cy="512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0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E4556-994B-B91F-CF2E-FC5B08B6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C135-5E6D-9444-0A0E-E5C581C79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3" y="365124"/>
            <a:ext cx="6221361" cy="1325563"/>
          </a:xfrm>
        </p:spPr>
        <p:txBody>
          <a:bodyPr/>
          <a:lstStyle/>
          <a:p>
            <a:r>
              <a:rPr lang="en-US" dirty="0"/>
              <a:t>Mean absolute error</a:t>
            </a:r>
            <a:br>
              <a:rPr lang="en-US" dirty="0"/>
            </a:br>
            <a:r>
              <a:rPr lang="en-US" dirty="0"/>
              <a:t>0.031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E6A783D-718C-3332-9E88-1AF7CE574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3775" y="-484982"/>
            <a:ext cx="7252229" cy="4351338"/>
          </a:xfrm>
          <a:prstGeom prst="rect">
            <a:avLst/>
          </a:prstGeom>
        </p:spPr>
      </p:pic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B8C39364-208D-EBA1-A1CF-B9907A9C4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200391"/>
            <a:ext cx="5486411" cy="3657607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6E0685A-81BA-7351-A669-9C7BDBCAE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Content Placeholder 14">
            <a:extLst>
              <a:ext uri="{FF2B5EF4-FFF2-40B4-BE49-F238E27FC236}">
                <a16:creationId xmlns:a16="http://schemas.microsoft.com/office/drawing/2014/main" id="{A9AE7E53-7E43-37C0-33AC-CC4F8C0DD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08" y="1873658"/>
            <a:ext cx="6827273" cy="512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18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51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Mask (FA ≥ 0.6)</vt:lpstr>
      <vt:lpstr>Mean absolute error 0.079</vt:lpstr>
      <vt:lpstr>Mean absolute error 0.001</vt:lpstr>
      <vt:lpstr>Mean absolute error 0.008</vt:lpstr>
      <vt:lpstr>Mean absolute error 0.006</vt:lpstr>
      <vt:lpstr>Mean absolute error 0.0005</vt:lpstr>
      <vt:lpstr>Mean absolute error 0.042</vt:lpstr>
      <vt:lpstr>Mean absolute error 0.078</vt:lpstr>
      <vt:lpstr>Mean absolute error 0.025</vt:lpstr>
      <vt:lpstr>Mean absolute error 0.031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Víctor Issa García</dc:creator>
  <cp:lastModifiedBy>Víctor Issa García</cp:lastModifiedBy>
  <cp:revision>1</cp:revision>
  <dcterms:created xsi:type="dcterms:W3CDTF">2026-03-29T18:22:25Z</dcterms:created>
  <dcterms:modified xsi:type="dcterms:W3CDTF">2026-03-29T21:03:41Z</dcterms:modified>
</cp:coreProperties>
</file>